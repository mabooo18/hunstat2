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Refaktorisasi HunStat2 / AD5941_25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Laporan implementasi, debugging, dan kesiapan presentasi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Kode awal cenderung monolitik dan sulit dipelihara</a:t>
            </a:r>
          </a:p>
          <a:p>
            <a:pPr>
              <a:defRPr sz="2400"/>
            </a:pPr>
            <a:r>
              <a:t>Debugging data plot kosong memakan waktu</a:t>
            </a:r>
          </a:p>
          <a:p>
            <a:pPr>
              <a:defRPr sz="2400"/>
            </a:pPr>
            <a:r>
              <a:t>Diperlukan struktur modular dan alat uji cepat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Tujuan Pekerjaan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Memodularisasi firmware agar mirip pola FreiStat</a:t>
            </a:r>
          </a:p>
          <a:p>
            <a:pPr>
              <a:defRPr sz="2400"/>
            </a:pPr>
            <a:r>
              <a:t>Memisahkan setup, komunikasi, storage, dan metode</a:t>
            </a:r>
          </a:p>
          <a:p>
            <a:pPr>
              <a:defRPr sz="2400"/>
            </a:pPr>
            <a:r>
              <a:t>Menyediakan UI test Python untuk board dan dummy</a:t>
            </a:r>
          </a:p>
          <a:p>
            <a:pPr>
              <a:defRPr sz="2400"/>
            </a:pPr>
            <a:r>
              <a:t>Membuat jalur diagnosis register AD5941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Arsitektur Baru Firmware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Main sketch menjadi orkestrator alur</a:t>
            </a:r>
          </a:p>
          <a:p>
            <a:pPr>
              <a:defRPr sz="2400"/>
            </a:pPr>
            <a:r>
              <a:t>Layer setup untuk init/reset/kalibrasi AD5941</a:t>
            </a:r>
          </a:p>
          <a:p>
            <a:pPr>
              <a:defRPr sz="2400"/>
            </a:pPr>
            <a:r>
              <a:t>Layer communication untuk parse dan dispatch command</a:t>
            </a:r>
          </a:p>
          <a:p>
            <a:pPr>
              <a:defRPr sz="2400"/>
            </a:pPr>
            <a:r>
              <a:t>Layer electrochemical_methods per metode (OCP/EIS/CA/SWV/DPV/CV)</a:t>
            </a:r>
          </a:p>
          <a:p>
            <a:pPr>
              <a:defRPr sz="2400"/>
            </a:pPr>
            <a:r>
              <a:t>Layer interface/status untuk LED dan indikator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Manfaat Refraktorisasi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Kode lebih mudah dibaca dan diuji</a:t>
            </a:r>
          </a:p>
          <a:p>
            <a:pPr>
              <a:defRPr sz="2400"/>
            </a:pPr>
            <a:r>
              <a:t>Risiko perubahan silang antar fitur berkurang</a:t>
            </a:r>
          </a:p>
          <a:p>
            <a:pPr>
              <a:defRPr sz="2400"/>
            </a:pPr>
            <a:r>
              <a:t>Penambahan fitur baru lebih aman</a:t>
            </a:r>
          </a:p>
          <a:p>
            <a:pPr>
              <a:defRPr sz="2400"/>
            </a:pPr>
            <a:r>
              <a:t>Troubleshooting lebih terarah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UI Python Test Console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Koneksi serial, kirim command, monitor log</a:t>
            </a:r>
          </a:p>
          <a:p>
            <a:pPr>
              <a:defRPr sz="2400"/>
            </a:pPr>
            <a:r>
              <a:t>Atur parameter metode dari UI</a:t>
            </a:r>
          </a:p>
          <a:p>
            <a:pPr>
              <a:defRPr sz="2400"/>
            </a:pPr>
            <a:r>
              <a:t>Plot data real-time per mode</a:t>
            </a:r>
          </a:p>
          <a:p>
            <a:pPr>
              <a:defRPr sz="2400"/>
            </a:pPr>
            <a:r>
              <a:t>Export data ke CSV untuk analisis lanjutan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Mode Data: BOARD vs DUMMY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BOARD: command dikirim ke perangkat nyata</a:t>
            </a:r>
          </a:p>
          <a:p>
            <a:pPr>
              <a:defRPr sz="2400"/>
            </a:pPr>
            <a:r>
              <a:t>DUMMY: data sintetis dibuat di UI untuk validasi alur</a:t>
            </a:r>
          </a:p>
          <a:p>
            <a:pPr>
              <a:defRPr sz="2400"/>
            </a:pPr>
            <a:r>
              <a:t>Memudahkan demo tanpa ketergantungan hardware</a:t>
            </a:r>
          </a:p>
          <a:p>
            <a:pPr>
              <a:defRPr sz="2400"/>
            </a:pPr>
            <a:r>
              <a:t>Mendukung uji parser dan plotting secara cepat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Investigasi Plot Kosong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UI hanya memplot data yang formatnya parseable</a:t>
            </a:r>
          </a:p>
          <a:p>
            <a:pPr>
              <a:defRPr sz="2400"/>
            </a:pPr>
            <a:r>
              <a:t>Sebagian output firmware tidak selalu sesuai parser</a:t>
            </a:r>
          </a:p>
          <a:p>
            <a:pPr>
              <a:defRPr sz="2400"/>
            </a:pPr>
            <a:r>
              <a:t>Solusi: perluasan parser + dummy mode untuk isolasi masalah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Investigasi Register AD5941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Dibuat test register terpisah (Python + Arduino sketch)</a:t>
            </a:r>
          </a:p>
          <a:p>
            <a:pPr>
              <a:defRPr sz="2400"/>
            </a:pPr>
            <a:r>
              <a:t>Diverifikasi jalur command baca register tersedia</a:t>
            </a:r>
          </a:p>
          <a:p>
            <a:pPr>
              <a:defRPr sz="2400"/>
            </a:pPr>
            <a:r>
              <a:t>CHIPID invalid (0x0000/0xFFFF) mengarah ke isu hardware/SPI</a:t>
            </a:r>
          </a:p>
          <a:p>
            <a:pPr>
              <a:defRPr sz="2400"/>
            </a:pPr>
            <a:r>
              <a:t>Kesimpulan: bedakan masalah software vs wiring/power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Status Dummy Metode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EIS/CV/CA/SWV/DPV/OCP tersedia untuk pengujian UI</a:t>
            </a:r>
          </a:p>
          <a:p>
            <a:pPr>
              <a:defRPr sz="2400"/>
            </a:pPr>
            <a:r>
              <a:t>Profil dummy bisa disetel sesuai kebutuhan demo</a:t>
            </a:r>
          </a:p>
          <a:p>
            <a:pPr>
              <a:defRPr sz="2400"/>
            </a:pPr>
            <a:r>
              <a:t>SWV saat ini mengikuti preferensi presentasi pengguna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Hasil dan Dampak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Maintainability meningkat signifikan</a:t>
            </a:r>
          </a:p>
          <a:p>
            <a:pPr>
              <a:defRPr sz="2400"/>
            </a:pPr>
            <a:r>
              <a:t>Debug loop lebih cepat (serial + plot dalam satu UI)</a:t>
            </a:r>
          </a:p>
          <a:p>
            <a:pPr>
              <a:defRPr sz="2400"/>
            </a:pPr>
            <a:r>
              <a:t>Diagnosis AD5941 lebih sistematis</a:t>
            </a:r>
          </a:p>
          <a:p>
            <a:pPr>
              <a:defRPr sz="2400"/>
            </a:pPr>
            <a:r>
              <a:t>Fondasi proyek lebih siap untuk pengembangan berikutnya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Rekomendasi Lanjutan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Tambah profil dummy realistis (linear/realistic/noisy)</a:t>
            </a:r>
          </a:p>
          <a:p>
            <a:pPr>
              <a:defRPr sz="2400"/>
            </a:pPr>
            <a:r>
              <a:t>Standarisasi format output serial lintas metode</a:t>
            </a:r>
          </a:p>
          <a:p>
            <a:pPr>
              <a:defRPr sz="2400"/>
            </a:pPr>
            <a:r>
              <a:t>Tambah metadata eksperimen dan timestamp di CSV</a:t>
            </a:r>
          </a:p>
          <a:p>
            <a:pPr>
              <a:defRPr sz="2400"/>
            </a:pPr>
            <a:r>
              <a:t>Tambahkan test parser otomatis berbasis sample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Refaktorisasi berhasil memperkuat fondasi software</a:t>
            </a:r>
          </a:p>
          <a:p>
            <a:pPr>
              <a:defRPr sz="2400"/>
            </a:pPr>
            <a:r>
              <a:t>UI test membantu validasi dan presentasi teknis</a:t>
            </a:r>
          </a:p>
          <a:p>
            <a:pPr>
              <a:defRPr sz="2400"/>
            </a:pPr>
            <a:r>
              <a:t>Langkah selanjutnya: hardening build dan validasi board end-to-end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